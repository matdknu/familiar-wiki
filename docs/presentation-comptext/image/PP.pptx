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58"/>
  </p:normalViewPr>
  <p:slideViewPr>
    <p:cSldViewPr snapToGrid="0">
      <p:cViewPr varScale="1">
        <p:scale>
          <a:sx n="72" d="100"/>
          <a:sy n="72" d="100"/>
        </p:scale>
        <p:origin x="224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7447-F096-361E-CD6E-046FA8B06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8E970-8C50-4B97-29A1-560ED47DB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6B90C-3AC9-3B1B-B8E7-67D6E259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937B1-E121-3B7F-85CF-5466692F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21070-5EE2-F95B-8FC5-EF0FE1A6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6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594C-B9CE-E051-B8BA-31C92B73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8CC1-EB63-B926-8E1F-6B11BB1E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FEA1-9DAD-C2FF-0374-9350B3AD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EE0D5-7B0F-EFB6-2318-105172F0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75549-BD91-0F59-6A7B-99A10D93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9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CAF8-AE20-26B3-AF1A-72D30985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8EAB3-CF44-AF62-A3E3-6406DE0B3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DC6EE-1603-5B27-087B-C4AC75AD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920F0-5495-7A0C-326D-FFB9570F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03B90-A61A-C12C-1100-BEDE4564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2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E89D-BBF3-5242-B21E-546BB8E22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92BA5-F026-B4C7-AFA0-31E380B18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1B307-9255-10F7-ECDC-4277BC99F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CC2BD-01AA-FBEA-5CAF-CD5400A1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DB646-DCF3-95E1-8D0A-6D6CEAD0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60EA9-B5D2-7DCD-FBB9-70C6BEF7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5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07FE-A799-1955-836C-D9EAB722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6CA72-A4BD-474C-4434-CAEE1833E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23CD5-21CF-6EEB-BE23-CCB7135D3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04A26-9F2E-1727-75A9-BAEA4424E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C05BE-F25C-189D-43FC-7321561E7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AA51F-12AD-6534-12E2-F6B27380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4C8F1-BB6B-6A44-0C43-E2C108E9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0CAF8-EDB1-3ADD-FEAC-8F2993DC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0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EE2C-27E6-0CEB-1833-BB628CA6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84008-70AA-AC81-7CAD-4083CF81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0ECF7-1D66-BC7D-0587-AB58792A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F5F62-CC5B-51CA-676F-4D6FA772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7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37617-6B95-5BF1-E63A-1BADB58F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3EC03B-1FAE-F5F6-6653-7453E14E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FA841-097A-86D8-6C75-1442ADE0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1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DA44-28B9-9B6E-08D9-B5CB41BF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CAD4A-B202-B93A-40A9-5C1C0E4F9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698EB-11D3-F1CE-B4D2-9F8CE5DED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51B06-E361-42D4-B7AB-636C7672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8FD9E-3165-1D3B-9EB7-ACD3F255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94B80-231B-4C5B-7D03-20445799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673D-9927-3CB1-E6AE-F15269061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B899A-8D46-4BC7-AA67-4F48B4345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EB9FE-08C6-4214-E8DC-601320F27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5780D-2EF5-901F-CA7E-F4DCE8504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A46B1-63AA-2647-DC7B-0EA197BA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87E65-1E8C-65C8-0F8B-B88CDE43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4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F4DE7-DA74-AA40-B3B9-D3FBF24A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1120C-448E-56A7-62D6-4576ED085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19DBC-CFEF-2121-889D-B900C7D0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7F29B-5583-6E04-7AED-95FB6B17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9D2CC-2566-0B61-4D23-D7FEB549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0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24C68-B1ED-C6D9-23B1-DCB1CCAC0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C5961-3582-868E-0AD4-B69A787C3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17D8-B5BC-5697-C0CF-A0F493671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88CA4-99D2-7F27-BEF8-D8AB6324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185D8-E293-E71E-C1A0-9341F4C6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2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EE3FF-0D0D-169B-59C4-049DF0F81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53A60-5E1D-22F1-8E8C-DD4500DCD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899C-4F77-B0C7-7758-361338DDE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86BC3-EF60-0645-B136-AE63DD6963D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5841B-1168-813F-B959-924780111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C9A0A-E3B2-445F-07D2-52D51EB33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34EBB-EBE5-1640-AE92-159EBC731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6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8828-84EF-62C9-66C6-983C34FD4B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9819E-9BED-7FA5-25C7-3E7E589FE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9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and a person in a suit&#10;&#10;AI-generated content may be incorrect.">
            <a:extLst>
              <a:ext uri="{FF2B5EF4-FFF2-40B4-BE49-F238E27FC236}">
                <a16:creationId xmlns:a16="http://schemas.microsoft.com/office/drawing/2014/main" id="{2EC666BD-B914-04BF-A822-1F2AC92DA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673" y="1100523"/>
            <a:ext cx="7772400" cy="410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04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63F88-0BEF-9C6F-B204-D7E765DDA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and a person in a suit&#10;&#10;AI-generated content may be incorrect.">
            <a:extLst>
              <a:ext uri="{FF2B5EF4-FFF2-40B4-BE49-F238E27FC236}">
                <a16:creationId xmlns:a16="http://schemas.microsoft.com/office/drawing/2014/main" id="{464E5BFB-9460-E229-8143-3CD6CF5666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02673" y="1100523"/>
            <a:ext cx="7772400" cy="4100686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763B1B9-0E5A-4E9F-17B5-D183FE8B3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03" y="2095464"/>
            <a:ext cx="10137793" cy="170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0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43ED-650B-F9A4-78DA-D2C4664A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and a person in a suit&#10;&#10;AI-generated content may be incorrect.">
            <a:extLst>
              <a:ext uri="{FF2B5EF4-FFF2-40B4-BE49-F238E27FC236}">
                <a16:creationId xmlns:a16="http://schemas.microsoft.com/office/drawing/2014/main" id="{BB3CFB92-9E5F-58DB-24E6-E94B9514F2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602673" y="1100523"/>
            <a:ext cx="7772400" cy="4100686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CCBEF16-94AB-8529-11F3-DC9C4DD8DBE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27103" y="2095464"/>
            <a:ext cx="10137793" cy="1705571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F31039AB-F5EC-7F95-D1EE-7AE7647E1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96850"/>
            <a:ext cx="4114800" cy="64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56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Matías Deneken</dc:creator>
  <cp:lastModifiedBy>Matías Deneken</cp:lastModifiedBy>
  <cp:revision>1</cp:revision>
  <dcterms:created xsi:type="dcterms:W3CDTF">2026-03-11T21:01:07Z</dcterms:created>
  <dcterms:modified xsi:type="dcterms:W3CDTF">2026-03-12T00:00:44Z</dcterms:modified>
</cp:coreProperties>
</file>